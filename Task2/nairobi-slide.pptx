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1F3864"/>
                </a:solidFill>
              </a:rPr>
              <a:t>Africa Delivery: запуск 15.10 в рамках $5k/мес и 6 человек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444444"/>
                </a:solidFill>
              </a:rPr>
              <a:t>Решение: модульный монолит на managed-сервисах + партнёры. Путь к микросервисам по триггерам, а не с первого дня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463040"/>
          <a:ext cx="7498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1691640"/>
                <a:gridCol w="1691640"/>
              </a:tblGrid>
              <a:tr h="44413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V1 Модульный монолит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V2 Сервисы на K8s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V3 Микросервисы CTO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44444"/>
                          </a:solidFill>
                        </a:defRPr>
                      </a:pPr>
                      <a:r>
                        <a:t>Время до MVP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E7D32"/>
                          </a:solidFill>
                        </a:defRPr>
                      </a:pPr>
                      <a:r>
                        <a:t>8 недель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12-14 недель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6-9 месяцев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44444"/>
                          </a:solidFill>
                        </a:defRPr>
                      </a:pPr>
                      <a:r>
                        <a:t>Команда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E7D32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44444"/>
                          </a:solidFill>
                        </a:defRPr>
                      </a:pPr>
                      <a:r>
                        <a:t>Облако + SaaS, Год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E7D32"/>
                          </a:solidFill>
                        </a:defRPr>
                      </a:pPr>
                      <a:r>
                        <a:t>$1 570/мес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$4 140/мес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$9 130/мес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44444"/>
                          </a:solidFill>
                        </a:defRPr>
                      </a:pPr>
                      <a:r>
                        <a:t>TCO 5 лет (сравнимая часть)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E7D32"/>
                          </a:solidFill>
                        </a:defRPr>
                      </a:pPr>
                      <a:r>
                        <a:t>$5,0 млн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$7,2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$10,0 млн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44444"/>
                          </a:solidFill>
                        </a:defRPr>
                      </a:pPr>
                      <a:r>
                        <a:t>Заказ: месяц 1 / месяц 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E7D32"/>
                          </a:solidFill>
                        </a:defRPr>
                      </a:pPr>
                      <a:r>
                        <a:t>$2,94 / $0,85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$3,92 / $0,96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$6,12 / $1,16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444444"/>
                          </a:solidFill>
                        </a:defRPr>
                      </a:pPr>
                      <a:r>
                        <a:t>Окупается при минуте простоя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E7D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&gt; $10,0k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444444"/>
                          </a:solidFill>
                        </a:defRPr>
                      </a:pPr>
                      <a:r>
                        <a:t>&gt; $9,1k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846320"/>
            <a:ext cx="74980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3864"/>
                </a:solidFill>
              </a:rPr>
              <a:t>Минута простоя в Год 1 стоит ~$46 GMV, а не $12k. </a:t>
            </a:r>
            <a:r>
              <a:rPr sz="1400" b="0">
                <a:solidFill>
                  <a:srgbClr val="444444"/>
                </a:solidFill>
              </a:rPr>
              <a:t>Цена ошибки «строим под 10M, приходит 50k» - $1,22 млн. «Строим малое и растём» - $180k без переписывания.</a:t>
            </a:r>
          </a:p>
        </p:txBody>
      </p:sp>
      <p:sp>
        <p:nvSpPr>
          <p:cNvPr id="6" name="Rectangle 5"/>
          <p:cNvSpPr/>
          <p:nvPr/>
        </p:nvSpPr>
        <p:spPr>
          <a:xfrm>
            <a:off x="8138160" y="1463040"/>
            <a:ext cx="3657600" cy="324612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</a:rPr>
              <a:t>Чего не делаем и до какого момента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</a:rPr>
              <a:t>• Kubernetes, Istio - больше 5 сервисов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</a:rPr>
              <a:t>• Kafka - очередь не держит поток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</a:rPr>
              <a:t>• Active-active - GMV/мин × 3 &gt; $9k или Год 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</a:rPr>
              <a:t>• Своя логистика - расчёт build vs partner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</a:rPr>
              <a:t>• Oracle - не планируется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444444"/>
                </a:solidFill>
              </a:rPr>
              <a:t>• Блокчейн - исследование после 12 мес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4846320"/>
            <a:ext cx="3657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F3864"/>
                </a:solidFill>
              </a:rPr>
              <a:t>Данные: </a:t>
            </a:r>
            <a:r>
              <a:rPr sz="1300" b="0">
                <a:solidFill>
                  <a:srgbClr val="444444"/>
                </a:solidFill>
              </a:rPr>
              <a:t>ПДн Нигерии у локального провайдера, ядро работает с токенами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5623560"/>
            <a:ext cx="11430000" cy="1005840"/>
          </a:xfrm>
          <a:prstGeom prst="rect">
            <a:avLst/>
          </a:prstGeom>
          <a:solidFill>
            <a:srgbClr val="FD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62828"/>
                </a:solidFill>
              </a:rPr>
              <a:t>Нужно сегодня:  </a:t>
            </a:r>
            <a:r>
              <a:rPr sz="1500" b="0">
                <a:solidFill>
                  <a:srgbClr val="444444"/>
                </a:solidFill>
              </a:rPr>
              <a:t>Инвестор - SLO 99,9% в Год 1 и скоуп MVP.  CFO - $1 570/мес и локальный провайдер в Нигерии.  CTO - правила модульности и триггеры выделения сервисов.  CEO - список того, что не входит в 15.10.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