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</a:rPr>
              <a:t>Africa Delivery: запуск 15.10 в рамках $5k/мес и 6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44444"/>
                </a:solidFill>
              </a:rPr>
              <a:t>Решение: модульный монолит на managed-сервисах + партнёры. Путь к микросервисам по триггерам, а не с первого дня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74980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1691640"/>
                <a:gridCol w="1691640"/>
              </a:tblGrid>
              <a:tr h="44413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V1 Модульный монолит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V2 Сервисы на K8s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V3 Микросервисы CTO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Время до MVP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8 недель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12-14 недель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6-9 месяцев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Команда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Облако + SaaS, Год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$1 570/мес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$4 140/мес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$9 130/мес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TCO 5 лет (сравнимая часть)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$5,0 млн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$7,2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$10,0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Заказ: месяц 1 / месяц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$2,94 / $0,85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$3,92 / $0,96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$6,12 / $1,16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Окупается при минуте простоя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&gt; $10,0k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&gt; $9,1k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84632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</a:rPr>
              <a:t>Минута простоя в Год 1 стоит ~$46 GMV, а не $12k. </a:t>
            </a:r>
            <a:r>
              <a:rPr sz="1400" b="0">
                <a:solidFill>
                  <a:srgbClr val="444444"/>
                </a:solidFill>
              </a:rPr>
              <a:t>Цена ошибки «строим под 10M, приходит 50k» - $1,22 млн. «Строим малое и растём» - $190k без переписывания.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463040"/>
            <a:ext cx="3657600" cy="324612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864"/>
                </a:solidFill>
              </a:rPr>
              <a:t>Чего не делаем и до какого момента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Kubernetes, Istio, ArgoCD - больше 5 сервисов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Kafka - очередь не держит поток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Active-active - GMV/мин × 3 &gt; $9k или Год 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Своя логистика - расчёт build vs partner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Oracle - не планируется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Блокчейн - исследование после 12 мес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8463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</a:rPr>
              <a:t>Данные: </a:t>
            </a:r>
            <a:r>
              <a:rPr sz="1300" b="0">
                <a:solidFill>
                  <a:srgbClr val="444444"/>
                </a:solidFill>
              </a:rPr>
              <a:t>ПДн Нигерии у локального провайдера, ядро работает с токенами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623560"/>
            <a:ext cx="11430000" cy="100584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62828"/>
                </a:solidFill>
              </a:rPr>
              <a:t>Нужно сегодня:  </a:t>
            </a:r>
            <a:r>
              <a:rPr sz="1500" b="0">
                <a:solidFill>
                  <a:srgbClr val="444444"/>
                </a:solidFill>
              </a:rPr>
              <a:t>Инвестор - SLO 99,9% в Год 1 и скоуп MVP.  CFO - $1 570/мес и локальный провайдер в Нигерии.  CTO - правила модульности и триггеры выделения сервисов.  CEO - список того, что не входит в 15.10.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